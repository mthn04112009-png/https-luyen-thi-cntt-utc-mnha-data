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Xin chào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Phụ đề kế thừa vị trí từ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&amp;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3840480" cy="2286000"/>
          </a:xfrm>
        </p:spPr>
        <p:txBody>
          <a:bodyPr/>
          <a:lstStyle/>
          <a:p>
            <a:r>
              <a:t>Gạch đầu dòng một</a:t>
            </a:r>
          </a:p>
          <a:p>
            <a:pPr lvl="1"/>
            <a:r>
              <a:t>Gạch đầu dòng hai</a:t>
            </a:r>
          </a:p>
          <a:p>
            <a:r>
              <a:t>Gạch đầu dòng 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2286000" cy="1097280"/>
          </a:xfrm>
          <a:prstGeom prst="roundRect">
            <a:avLst/>
          </a:prstGeom>
          <a:solidFill>
            <a:srgbClr val="E94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/>
              <a:t>Bo góc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2743200"/>
            <a:ext cx="1280160" cy="1280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200000">
            <a:off x="6400800" y="2743200"/>
            <a:ext cx="1280160" cy="128016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2743200" cy="18288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0" y="41148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7315200" y="274320"/>
            <a:ext cx="914400" cy="640080"/>
            <a:chOff x="7315200" y="274320"/>
            <a:chExt cx="914400" cy="640080"/>
          </a:xfrm>
        </p:grpSpPr>
        <p:sp>
          <p:nvSpPr>
            <p:cNvPr id="10" name="Rectangle 9"/>
            <p:cNvSpPr/>
            <p:nvPr/>
          </p:nvSpPr>
          <p:spPr>
            <a:xfrm>
              <a:off x="7315200" y="274320"/>
              <a:ext cx="9144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680960" y="457200"/>
              <a:ext cx="4572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A: Fade (click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B: Fly in từ trái (click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C: Wipe (cùng B)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9144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E: Exit fade (click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Đoạn 1</a:t>
            </a:r>
          </a:p>
          <a:p>
            <a:r>
              <a:t>Đoạn 2</a:t>
            </a:r>
          </a:p>
          <a:p>
            <a:r>
              <a:t>Đoạn 3</a:t>
            </a:r>
          </a:p>
        </p:txBody>
      </p:sp>
    </p:spTree>
  </p:cSld>
  <p:clrMapOvr>
    <a:masterClrMapping/>
  </p:clrMapOvr>
  <p:transition spd="slow" advTm="3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70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 0.1 E" pathEditMode="relative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800" fill="hold"/>
                                        <p:tgtEl>
                                          <p:spTgt spid="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